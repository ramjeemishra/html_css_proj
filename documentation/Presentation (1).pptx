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9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2"/>
    <p:restoredTop sz="94638"/>
  </p:normalViewPr>
  <p:slideViewPr>
    <p:cSldViewPr snapToGrid="0">
      <p:cViewPr varScale="1">
        <p:scale>
          <a:sx n="113" d="100"/>
          <a:sy n="113" d="100"/>
        </p:scale>
        <p:origin x="44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ACB05-EDD6-538A-1AAD-22584FA102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A9729E-5703-46B1-B20B-A130C6F03E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54E49B-6754-EA9A-5B79-7A59D8509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02697-7781-794D-82DD-10592DAF7D9C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C65300-1432-DE4C-D7DF-D736C4BF0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DA64F5-98F1-97FA-A002-013A7F18D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2330C-1934-B249-BBF8-1B7D15956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88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A7BE7-5A9D-D829-4F0B-C4A87635A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F63F2-03BC-D7DD-239C-F98E03BA6D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FF90BE-4C01-EAD1-E80F-26695B1C9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02697-7781-794D-82DD-10592DAF7D9C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E63720-998A-36C4-EF40-EDA1841A2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A46FCF-61EB-1BEA-CE27-8DD31D43A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2330C-1934-B249-BBF8-1B7D15956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723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08319-DC9E-B8B9-F03A-2AE227C3B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0671ED-8B77-86AE-D517-87DC98CCC1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F381BD-51DF-455B-1BCF-C8A6BD96D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02697-7781-794D-82DD-10592DAF7D9C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1A5157-B027-6E9A-A9AD-33D717328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7C9F6E-8AAB-633E-68D9-9FB4FF72A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2330C-1934-B249-BBF8-1B7D15956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849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65E14-2651-AB11-C137-D30E5839E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A50E0-9DEE-4AB4-1378-396DC13A73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7270A8-C1BF-2090-9DF2-A4D1B92D0A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2AC43E-D302-3B5F-63B3-5F1C34170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02697-7781-794D-82DD-10592DAF7D9C}" type="datetimeFigureOut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4441FD-C300-F0B7-85ED-09E1448A3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400CEE-E7CF-A9BE-3E1C-83ECACCBE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2330C-1934-B249-BBF8-1B7D15956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954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93DB4-3FA2-0B36-FF49-567BD4DA0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7E3341-15C5-DAE7-26E4-A403A28233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731BCC-21F9-BB4F-A32B-0919751CA3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40AF66-2998-A7BA-E9BE-18113B1959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BE68AE-5E51-154D-AE81-0B8A7E4ABD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174AFA-64E1-21E8-7110-C0A5FB035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02697-7781-794D-82DD-10592DAF7D9C}" type="datetimeFigureOut">
              <a:rPr lang="en-US" smtClean="0"/>
              <a:t>3/13/26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A089FD-5AD7-D839-B749-5FBD8E66A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B78F25-5D7D-3F59-92F4-8DBF33CD3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2330C-1934-B249-BBF8-1B7D15956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759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01870-5734-5A4D-7FF1-3304AC796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9DDDD4-AD2B-4FE5-9451-724E536FB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02697-7781-794D-82DD-10592DAF7D9C}" type="datetimeFigureOut">
              <a:rPr lang="en-US" smtClean="0"/>
              <a:t>3/13/26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123091-BEBE-383B-0E66-09336B114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D94C7A-FDCB-EF2F-7A96-7E9057487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2330C-1934-B249-BBF8-1B7D15956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064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E99229-5E58-E3F2-4DFD-EF83FF38C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02697-7781-794D-82DD-10592DAF7D9C}" type="datetimeFigureOut">
              <a:rPr lang="en-US" smtClean="0"/>
              <a:t>3/13/26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01EF89-4737-C73F-DCA5-7B7DACFB9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48C9B7-BA3F-896C-6AAC-951D440BA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2330C-1934-B249-BBF8-1B7D15956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801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4BCE4-CC15-4A1B-2C3D-B7D3E8DEF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31FC7-8F83-3AA5-448A-00BCA88D66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09AEB-CD31-45F5-F44A-61D2ECF131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7A4C5F-B01A-CEA6-6900-DBFE2982E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02697-7781-794D-82DD-10592DAF7D9C}" type="datetimeFigureOut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FC5F27-7AB7-AB73-A0DB-20B46F06C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8AAF23-A6D1-8285-53A2-449BE7768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2330C-1934-B249-BBF8-1B7D15956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448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45D8B-5366-EAB6-BB29-6E7ABE16C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FB2C0C-DA25-E9C6-8A63-9681FD1F30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AAE964-1000-E7E9-2B50-B454A84927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42C599-9CDC-D024-C28B-1842AA529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02697-7781-794D-82DD-10592DAF7D9C}" type="datetimeFigureOut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66D368-7AE7-B09A-14DF-E25454D42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548A13-9DE0-AEE2-D35E-6D75B4D2B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2330C-1934-B249-BBF8-1B7D15956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693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EDD47-7449-9D46-7475-10BD2D89F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EA5987-1BB3-4895-4097-DEBD8A31AE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B8C1C8-3417-5014-5782-8AF8BF280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02697-7781-794D-82DD-10592DAF7D9C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726C1-757D-F7FB-C781-74965314C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53920D-48EF-6CD1-8D58-76D99ED85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2330C-1934-B249-BBF8-1B7D15956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332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99B233-F1BB-056E-16DD-1DCF7E2F78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7294D3-F299-A491-0449-758C9A9920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7C0111-F4A0-0E5F-E087-5C32A7FA6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02697-7781-794D-82DD-10592DAF7D9C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0B8ABF-D901-061E-26E4-363F1D575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DDCD14-CF80-8F18-402D-CB9221CB5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2330C-1934-B249-BBF8-1B7D15956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375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80CCBF-9E5D-E6FB-57BC-9A56A7606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844A03-D437-0329-F70C-B55C0A3D5B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019A5D-1224-F566-45FD-B3A61417EC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902697-7781-794D-82DD-10592DAF7D9C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6EA6EC-4C27-811C-6D00-DF8B1B78FD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6A6568-2D9B-13F7-3DCD-4041C5991C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32330C-1934-B249-BBF8-1B7D15956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81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1B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DA68063A-8E39-4143-2E4C-F39DFB9409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50" y="935566"/>
            <a:ext cx="50927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8D61083-CC92-F74E-5680-3CA56FC79272}"/>
              </a:ext>
            </a:extLst>
          </p:cNvPr>
          <p:cNvSpPr txBox="1"/>
          <p:nvPr/>
        </p:nvSpPr>
        <p:spPr>
          <a:xfrm>
            <a:off x="0" y="3556486"/>
            <a:ext cx="12192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4400" b="1" dirty="0" err="1">
                <a:solidFill>
                  <a:srgbClr val="FFFFFF"/>
                </a:solidFill>
                <a:latin typeface="Arial" panose="020B0604020202020204" pitchFamily="34" charset="0"/>
              </a:rPr>
              <a:t>MediTranscribe</a:t>
            </a:r>
            <a:r>
              <a:rPr lang="en-US" sz="4400" b="1" dirty="0">
                <a:solidFill>
                  <a:srgbClr val="FFFFFF"/>
                </a:solidFill>
                <a:latin typeface="Arial" panose="020B0604020202020204" pitchFamily="34" charset="0"/>
              </a:rPr>
              <a:t>: Medical Transcription Portal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By Ramjee Mishra / 150096725007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5E8D90-4E10-FBE3-18F4-8181EF5D3D1D}"/>
              </a:ext>
            </a:extLst>
          </p:cNvPr>
          <p:cNvSpPr txBox="1"/>
          <p:nvPr/>
        </p:nvSpPr>
        <p:spPr>
          <a:xfrm>
            <a:off x="9522883" y="6488668"/>
            <a:ext cx="2669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Case Study Number: </a:t>
            </a:r>
            <a:r>
              <a:rPr lang="en-US" dirty="0">
                <a:solidFill>
                  <a:prstClr val="white"/>
                </a:solidFill>
                <a:latin typeface="Aptos" panose="02110004020202020204"/>
              </a:rPr>
              <a:t>52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0308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948BB-FB53-9936-427D-F68F0BEA0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DF5C08D-0D93-B04C-95D1-687D1068A8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80B4562-0063-90DF-8816-666CF0A81437}"/>
              </a:ext>
            </a:extLst>
          </p:cNvPr>
          <p:cNvSpPr/>
          <p:nvPr/>
        </p:nvSpPr>
        <p:spPr>
          <a:xfrm>
            <a:off x="508000" y="6344356"/>
            <a:ext cx="5994400" cy="513644"/>
          </a:xfrm>
          <a:prstGeom prst="rect">
            <a:avLst/>
          </a:prstGeom>
          <a:solidFill>
            <a:srgbClr val="F5F9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1043398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6A0EB-5AA6-0F55-97CE-BF8190103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5FEA685-D5CB-1771-22C7-1AEB602DF7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745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68327-0344-9752-BDAE-4A1AFD2D8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3D68928-EDEF-D12B-9ECB-90F2926BE5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1864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025A3-57E3-A82C-678C-52AE9DCA3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6DBC955-D404-9DEA-C2D4-3EC1A7932E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974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1B4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2B3C53-7BCA-685E-1279-ECF4C8A05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408250DE-D04E-C3C3-04AC-2AC83E88BB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50" y="1014589"/>
            <a:ext cx="50927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2358F9B-521C-ACED-D5D6-E2CAE6E7F5A9}"/>
              </a:ext>
            </a:extLst>
          </p:cNvPr>
          <p:cNvSpPr txBox="1"/>
          <p:nvPr/>
        </p:nvSpPr>
        <p:spPr>
          <a:xfrm>
            <a:off x="3048000" y="4243212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Thank You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12481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17</Words>
  <Application>Microsoft Macintosh PowerPoint</Application>
  <PresentationFormat>Widescreen</PresentationFormat>
  <Paragraphs>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Krishiv Amitsinh Solanki</dc:creator>
  <cp:lastModifiedBy>Krishiv Amitsinh Solanki</cp:lastModifiedBy>
  <cp:revision>6</cp:revision>
  <dcterms:created xsi:type="dcterms:W3CDTF">2026-03-09T19:05:04Z</dcterms:created>
  <dcterms:modified xsi:type="dcterms:W3CDTF">2026-03-13T07:38:19Z</dcterms:modified>
</cp:coreProperties>
</file>