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8"/>
  </p:normalViewPr>
  <p:slideViewPr>
    <p:cSldViewPr snapToGrid="0">
      <p:cViewPr varScale="1">
        <p:scale>
          <a:sx n="113" d="100"/>
          <a:sy n="11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CB05-EDD6-538A-1AAD-22584FA10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9729E-5703-46B1-B20B-A130C6F03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4E49B-6754-EA9A-5B79-7A59D8509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65300-1432-DE4C-D7DF-D736C4BF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A64F5-98F1-97FA-A002-013A7F18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8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7BE7-5A9D-D829-4F0B-C4A87635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F63F2-03BC-D7DD-239C-F98E03BA6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F90BE-4C01-EAD1-E80F-26695B1C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63720-998A-36C4-EF40-EDA1841A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46FCF-61EB-1BEA-CE27-8DD31D43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2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8319-DC9E-B8B9-F03A-2AE227C3B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671ED-8B77-86AE-D517-87DC98CCC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81BD-51DF-455B-1BCF-C8A6BD96D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A5157-B027-6E9A-A9AD-33D71732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C9F6E-8AAB-633E-68D9-9FB4FF72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49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5E14-2651-AB11-C137-D30E5839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A50E0-9DEE-4AB4-1378-396DC13A7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270A8-C1BF-2090-9DF2-A4D1B92D0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AC43E-D302-3B5F-63B3-5F1C3417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441FD-C300-F0B7-85ED-09E1448A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00CEE-E7CF-A9BE-3E1C-83ECACCB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5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3DB4-3FA2-0B36-FF49-567BD4DA0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3341-15C5-DAE7-26E4-A403A2823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31BCC-21F9-BB4F-A32B-0919751CA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0AF66-2998-A7BA-E9BE-18113B195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E68AE-5E51-154D-AE81-0B8A7E4AB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74AFA-64E1-21E8-7110-C0A5FB035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A089FD-5AD7-D839-B749-5FBD8E66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78F25-5D7D-3F59-92F4-8DBF33CD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59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1870-5734-5A4D-7FF1-3304AC796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DDDD4-AD2B-4FE5-9451-724E536F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23091-BEBE-383B-0E66-09336B11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D94C7A-FDCB-EF2F-7A96-7E905748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6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99229-5E58-E3F2-4DFD-EF83FF38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01EF89-4737-C73F-DCA5-7B7DACFB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8C9B7-BA3F-896C-6AAC-951D440B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0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BCE4-CC15-4A1B-2C3D-B7D3E8DE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31FC7-8F83-3AA5-448A-00BCA88D6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09AEB-CD31-45F5-F44A-61D2ECF13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A4C5F-B01A-CEA6-6900-DBFE2982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C5F27-7AB7-AB73-A0DB-20B46F06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AAF23-A6D1-8285-53A2-449BE776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4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5D8B-5366-EAB6-BB29-6E7ABE16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B2C0C-DA25-E9C6-8A63-9681FD1F3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AE964-1000-E7E9-2B50-B454A8492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2C599-9CDC-D024-C28B-1842AA52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6D368-7AE7-B09A-14DF-E25454D42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48A13-9DE0-AEE2-D35E-6D75B4D2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9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DD47-7449-9D46-7475-10BD2D89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A5987-1BB3-4895-4097-DEBD8A31A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8C1C8-3417-5014-5782-8AF8BF28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26C1-757D-F7FB-C781-74965314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3920D-48EF-6CD1-8D58-76D99ED8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3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99B233-F1BB-056E-16DD-1DCF7E2F7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294D3-F299-A491-0449-758C9A992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C0111-F4A0-0E5F-E087-5C32A7FA6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B8ABF-D901-061E-26E4-363F1D57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DCD14-CF80-8F18-402D-CB9221CB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7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80CCBF-9E5D-E6FB-57BC-9A56A7606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44A03-D437-0329-F70C-B55C0A3D5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19A5D-1224-F566-45FD-B3A61417E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02697-7781-794D-82DD-10592DAF7D9C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EA6EC-4C27-811C-6D00-DF8B1B78F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6568-2D9B-13F7-3DCD-4041C5991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edical prescription&#10;&#10;AI-generated content may be incorrect.">
            <a:extLst>
              <a:ext uri="{FF2B5EF4-FFF2-40B4-BE49-F238E27FC236}">
                <a16:creationId xmlns:a16="http://schemas.microsoft.com/office/drawing/2014/main" id="{2A16DF97-241B-53D9-118D-7DB68762D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8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948BB-FB53-9936-427D-F68F0BEA0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F5C08D-0D93-B04C-95D1-687D1068A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0B4562-0063-90DF-8816-666CF0A81437}"/>
              </a:ext>
            </a:extLst>
          </p:cNvPr>
          <p:cNvSpPr/>
          <p:nvPr/>
        </p:nvSpPr>
        <p:spPr>
          <a:xfrm>
            <a:off x="508000" y="6344356"/>
            <a:ext cx="5994400" cy="513644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04339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6A0EB-5AA6-0F55-97CE-BF819010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FEA685-D5CB-1771-22C7-1AEB602DF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4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68327-0344-9752-BDAE-4A1AFD2D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D68928-EDEF-D12B-9ECB-90F2926BE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186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025A3-57E3-A82C-678C-52AE9DCA3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DBC955-D404-9DEA-C2D4-3EC1A7932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7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Krishiv Amitsinh Solanki</dc:creator>
  <cp:lastModifiedBy>Krishiv Amitsinh Solanki</cp:lastModifiedBy>
  <cp:revision>1</cp:revision>
  <dcterms:created xsi:type="dcterms:W3CDTF">2026-03-09T19:05:04Z</dcterms:created>
  <dcterms:modified xsi:type="dcterms:W3CDTF">2026-03-09T19:08:01Z</dcterms:modified>
</cp:coreProperties>
</file>